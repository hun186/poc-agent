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_rels/notesSlide1.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slideMasters/slideMaster1.xml" ContentType="application/vnd.openxmlformats-officedocument.presentationml.slideMaster+xml"/>
  <Override PartName="/ppt/slideMasters/_rels/slideMaster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10.xml.rels" ContentType="application/vnd.openxmlformats-package.relationships+xml"/>
  <Override PartName="/ppt/slideLayouts/_rels/slideLayout5.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0.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10.png" ContentType="image/png"/>
  <Override PartName="/ppt/media/image5.png" ContentType="image/png"/>
  <Override PartName="/ppt/media/image11.png" ContentType="image/png"/>
  <Override PartName="/ppt/media/image6.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_rels/presentation.xml.rels" ContentType="application/vnd.openxmlformats-package.relationships+xml"/>
  <Override PartName="/_rels/.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Lst>
  <p:sldSz cx="17462500" cy="97536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zh-TW" sz="1800" spc="-1" strike="noStrike">
                <a:solidFill>
                  <a:srgbClr val="000000"/>
                </a:solidFill>
                <a:latin typeface="Calibri"/>
              </a:rPr>
              <a:t>請按這裡移動投影片</a:t>
            </a:r>
            <a:endParaRPr b="0" lang="en-US" sz="1800" spc="-1" strike="noStrike">
              <a:solidFill>
                <a:srgbClr val="000000"/>
              </a:solidFill>
              <a:latin typeface="Calibri"/>
            </a:endParaRPr>
          </a:p>
        </p:txBody>
      </p:sp>
      <p:sp>
        <p:nvSpPr>
          <p:cNvPr id="42"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zh-TW" sz="2000" spc="-1" strike="noStrike">
                <a:solidFill>
                  <a:srgbClr val="000000"/>
                </a:solidFill>
                <a:latin typeface="Arial"/>
              </a:rPr>
              <a:t>請按這裡編輯備註格式</a:t>
            </a:r>
            <a:endParaRPr b="0" lang="en-US" sz="2000" spc="-1" strike="noStrike">
              <a:solidFill>
                <a:srgbClr val="000000"/>
              </a:solidFill>
              <a:latin typeface="Arial"/>
            </a:endParaRPr>
          </a:p>
        </p:txBody>
      </p:sp>
      <p:sp>
        <p:nvSpPr>
          <p:cNvPr id="43"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&lt;頁首&gt;</a:t>
            </a:r>
            <a:endParaRPr b="0" lang="en-US" sz="1400" spc="-1" strike="noStrike">
              <a:solidFill>
                <a:srgbClr val="000000"/>
              </a:solidFill>
              <a:latin typeface="Times New Roman"/>
            </a:endParaRPr>
          </a:p>
        </p:txBody>
      </p:sp>
      <p:sp>
        <p:nvSpPr>
          <p:cNvPr id="44" name="PlaceHolder 4"/>
          <p:cNvSpPr>
            <a:spLocks noGrp="1"/>
          </p:cNvSpPr>
          <p:nvPr>
            <p:ph type="dt" idx="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&lt;日期/時間&gt;</a:t>
            </a:r>
            <a:endParaRPr b="0" lang="en-US" sz="1400" spc="-1" strike="noStrike">
              <a:solidFill>
                <a:srgbClr val="000000"/>
              </a:solidFill>
              <a:latin typeface="Times New Roman"/>
            </a:endParaRPr>
          </a:p>
        </p:txBody>
      </p:sp>
      <p:sp>
        <p:nvSpPr>
          <p:cNvPr id="45" name="PlaceHolder 5"/>
          <p:cNvSpPr>
            <a:spLocks noGrp="1"/>
          </p:cNvSpPr>
          <p:nvPr>
            <p:ph type="ftr" idx="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&lt;頁尾&gt;</a:t>
            </a:r>
            <a:endParaRPr b="0" lang="en-US" sz="1400" spc="-1" strike="noStrike">
              <a:solidFill>
                <a:srgbClr val="000000"/>
              </a:solidFill>
              <a:latin typeface="Times New Roman"/>
            </a:endParaRPr>
          </a:p>
        </p:txBody>
      </p:sp>
      <p:sp>
        <p:nvSpPr>
          <p:cNvPr id="46" name="PlaceHolder 6"/>
          <p:cNvSpPr>
            <a:spLocks noGrp="1"/>
          </p:cNvSpPr>
          <p:nvPr>
            <p:ph type="sldNum" idx="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14A67619-7398-4762-80B0-ED496969F28E}" type="slidenum">
              <a:rPr b="0" lang="en-US" sz="1400" spc="-1" strike="noStrike">
                <a:solidFill>
                  <a:srgbClr val="000000"/>
                </a:solidFill>
                <a:latin typeface="Times New Roman"/>
              </a:rPr>
              <a:t>&lt;編號&gt;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sldImg"/>
          </p:nvPr>
        </p:nvSpPr>
        <p:spPr>
          <a:xfrm>
            <a:off x="216000" y="812520"/>
            <a:ext cx="7127280" cy="4008960"/>
          </a:xfrm>
          <a:prstGeom prst="rect">
            <a:avLst/>
          </a:prstGeom>
          <a:ln w="0">
            <a:noFill/>
          </a:ln>
        </p:spPr>
      </p:sp>
      <p:sp>
        <p:nvSpPr>
          <p:cNvPr id="6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zh-TW" sz="2000" spc="-1" strike="noStrike">
                <a:solidFill>
                  <a:srgbClr val="000000"/>
                </a:solidFill>
                <a:latin typeface="Arial"/>
              </a:rPr>
              <a:t>大家好，我是</a:t>
            </a:r>
            <a:r>
              <a:rPr b="0" lang="en-US" sz="2000" spc="-1" strike="noStrike">
                <a:solidFill>
                  <a:srgbClr val="000000"/>
                </a:solidFill>
                <a:latin typeface="Arial"/>
              </a:rPr>
              <a:t>James</a:t>
            </a:r>
            <a:r>
              <a:rPr b="0" lang="zh-TW" sz="2000" spc="-1" strike="noStrike">
                <a:solidFill>
                  <a:srgbClr val="000000"/>
                </a:solidFill>
                <a:latin typeface="Arial"/>
              </a:rPr>
              <a:t>，今天要跟貴方分享我們最近自研的一個結構化</a:t>
            </a:r>
            <a:r>
              <a:rPr b="0" lang="en-US" sz="2000" spc="-1" strike="noStrike">
                <a:solidFill>
                  <a:srgbClr val="000000"/>
                </a:solidFill>
                <a:latin typeface="Arial"/>
              </a:rPr>
              <a:t>RAG</a:t>
            </a:r>
            <a:r>
              <a:rPr b="0" lang="zh-TW" sz="2000" spc="-1" strike="noStrike">
                <a:solidFill>
                  <a:srgbClr val="000000"/>
                </a:solidFill>
                <a:latin typeface="Arial"/>
              </a:rPr>
              <a:t>框架的一些開發狀況。我們將這個框架命名為</a:t>
            </a:r>
            <a:r>
              <a:rPr b="0" lang="en-US" sz="2000" spc="-1" strike="noStrike">
                <a:solidFill>
                  <a:srgbClr val="000000"/>
                </a:solidFill>
                <a:latin typeface="Arial"/>
              </a:rPr>
              <a:t>Structured Retrieval Agent Framework</a:t>
            </a:r>
            <a:r>
              <a:rPr b="0" lang="zh-TW" sz="2000" spc="-1" strike="noStrike">
                <a:solidFill>
                  <a:srgbClr val="000000"/>
                </a:solidFill>
                <a:latin typeface="Arial"/>
              </a:rPr>
              <a:t>。</a:t>
            </a:r>
            <a:endParaRPr b="0" lang="en-US" sz="2000" spc="-1" strike="noStrike">
              <a:solidFill>
                <a:srgbClr val="000000"/>
              </a:solidFill>
              <a:latin typeface="Arial"/>
            </a:endParaRPr>
          </a:p>
          <a:p>
            <a:pPr marL="216000" indent="0">
              <a:buNone/>
            </a:pPr>
            <a:endParaRPr b="0" lang="en-US" sz="2000" spc="-1" strike="noStrike">
              <a:solidFill>
                <a:srgbClr val="000000"/>
              </a:solidFill>
              <a:latin typeface="Arial"/>
            </a:endParaRPr>
          </a:p>
          <a:p>
            <a:pPr marL="216000" indent="0">
              <a:buNone/>
            </a:pPr>
            <a:r>
              <a:rPr b="0" lang="en-US" sz="2000" spc="-1" strike="noStrike">
                <a:solidFill>
                  <a:srgbClr val="000000"/>
                </a:solidFill>
                <a:latin typeface="Arial"/>
              </a:rPr>
              <a:t>Hello everyone, I’m James. Today, I’m excited to share with you the latest progress of our in-house developed structured RAG framework. We call this framework the Structured Retrieval Agent Framework, or SRAF for short.</a:t>
            </a:r>
            <a:endParaRPr b="0" lang="en-US" sz="2000" spc="-1" strike="noStrike">
              <a:solidFill>
                <a:srgbClr val="000000"/>
              </a:solidFill>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sldImg"/>
          </p:nvPr>
        </p:nvSpPr>
        <p:spPr>
          <a:xfrm>
            <a:off x="216000" y="812520"/>
            <a:ext cx="7127280" cy="4008960"/>
          </a:xfrm>
          <a:prstGeom prst="rect">
            <a:avLst/>
          </a:prstGeom>
          <a:ln w="0">
            <a:noFill/>
          </a:ln>
        </p:spPr>
      </p:sp>
      <p:sp>
        <p:nvSpPr>
          <p:cNvPr id="70"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zh-TW" sz="2000" spc="-1" strike="noStrike">
                <a:solidFill>
                  <a:srgbClr val="000000"/>
                </a:solidFill>
                <a:latin typeface="Arial"/>
              </a:rPr>
              <a:t>在文本資料分析的實際情境中，我們面臨的一大挑戰是大量的非結構化資料淹沒分析人員，造成了幾個工作上的痛點，例如資訊量龐大、檢索不易、分析耗時以及原始證據的整理成本。</a:t>
            </a:r>
            <a:endParaRPr b="0" lang="en-US" sz="2000" spc="-1" strike="noStrike">
              <a:solidFill>
                <a:srgbClr val="000000"/>
              </a:solidFill>
              <a:latin typeface="Arial"/>
            </a:endParaRPr>
          </a:p>
          <a:p>
            <a:pPr marL="216000" indent="0">
              <a:buNone/>
            </a:pPr>
            <a:endParaRPr b="0" lang="en-US" sz="2000" spc="-1" strike="noStrike">
              <a:solidFill>
                <a:srgbClr val="000000"/>
              </a:solidFill>
              <a:latin typeface="Arial"/>
            </a:endParaRPr>
          </a:p>
          <a:p>
            <a:pPr marL="216000" indent="0">
              <a:buNone/>
            </a:pPr>
            <a:r>
              <a:rPr b="0" lang="en-US" sz="2000" spc="-1" strike="noStrike">
                <a:solidFill>
                  <a:srgbClr val="000000"/>
                </a:solidFill>
                <a:latin typeface="Arial"/>
              </a:rPr>
              <a:t>In real-world text analysis scenarios, one of the biggest challenges we face is being overwhelmed by massive amounts of unstructured data. This creates several key pain points in our workflow, including information overload, difficulty in retrieval, time-consuming analysis, and the high cost of organizing and tracing back to original evidence.</a:t>
            </a:r>
            <a:endParaRPr b="0" lang="en-US" sz="20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sldImg"/>
          </p:nvPr>
        </p:nvSpPr>
        <p:spPr>
          <a:xfrm>
            <a:off x="216000" y="812520"/>
            <a:ext cx="7127280" cy="4008960"/>
          </a:xfrm>
          <a:prstGeom prst="rect">
            <a:avLst/>
          </a:prstGeom>
          <a:ln w="0">
            <a:noFill/>
          </a:ln>
        </p:spPr>
      </p:sp>
      <p:sp>
        <p:nvSpPr>
          <p:cNvPr id="72"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zh-TW" sz="2000" spc="-1" strike="noStrike">
                <a:solidFill>
                  <a:srgbClr val="000000"/>
                </a:solidFill>
                <a:latin typeface="Arial"/>
              </a:rPr>
              <a:t>我們希望能夠用大語言模型做為引擎，驅動自動化分析代理人。</a:t>
            </a:r>
            <a:endParaRPr b="0" lang="en-US" sz="2000" spc="-1" strike="noStrike">
              <a:solidFill>
                <a:srgbClr val="000000"/>
              </a:solidFill>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C785D387-801C-4D92-8E4A-5D971B89AF91}" type="slidenum">
              <a:t>&lt;#&gt;</a:t>
            </a:fld>
          </a:p>
        </p:txBody>
      </p:sp>
      <p:sp>
        <p:nvSpPr>
          <p:cNvPr id="4" name="PlaceHolder 3"/>
          <p:cNvSpPr>
            <a:spLocks noGrp="1"/>
          </p:cNvSpPr>
          <p:nvPr>
            <p:ph type="dt" idx="1"/>
          </p:nvPr>
        </p:nvSpPr>
        <p:spPr/>
        <p:txBody>
          <a:bodyPr/>
          <a:p>
            <a:r>
              <a:rPr lang="zh-TW"/>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6" name="PlaceHolder 2"/>
          <p:cNvSpPr>
            <a:spLocks noGrp="1"/>
          </p:cNvSpPr>
          <p:nvPr>
            <p:ph type="subTitle"/>
          </p:nvPr>
        </p:nvSpPr>
        <p:spPr>
          <a:xfrm>
            <a:off x="873000" y="2282040"/>
            <a:ext cx="15715800" cy="56563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B40E02D0-8431-4FC0-BB89-FC68660F9F91}" type="slidenum">
              <a:t>&lt;#&gt;</a:t>
            </a:fld>
          </a:p>
        </p:txBody>
      </p:sp>
      <p:sp>
        <p:nvSpPr>
          <p:cNvPr id="6" name="PlaceHolder 5"/>
          <p:cNvSpPr>
            <a:spLocks noGrp="1"/>
          </p:cNvSpPr>
          <p:nvPr>
            <p:ph type="dt" idx="1"/>
          </p:nvPr>
        </p:nvSpPr>
        <p:spPr/>
        <p:txBody>
          <a:bodyPr/>
          <a:p>
            <a:r>
              <a:rPr lang="zh-TW"/>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8" name="PlaceHolder 2"/>
          <p:cNvSpPr>
            <a:spLocks noGrp="1"/>
          </p:cNvSpPr>
          <p:nvPr>
            <p:ph/>
          </p:nvPr>
        </p:nvSpPr>
        <p:spPr>
          <a:xfrm>
            <a:off x="873000" y="2282040"/>
            <a:ext cx="15715800" cy="56563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0D29EDC2-D4D4-4C49-9E83-C91A58F7D698}" type="slidenum">
              <a:t>&lt;#&gt;</a:t>
            </a:fld>
          </a:p>
        </p:txBody>
      </p:sp>
      <p:sp>
        <p:nvSpPr>
          <p:cNvPr id="6" name="PlaceHolder 5"/>
          <p:cNvSpPr>
            <a:spLocks noGrp="1"/>
          </p:cNvSpPr>
          <p:nvPr>
            <p:ph type="dt" idx="1"/>
          </p:nvPr>
        </p:nvSpPr>
        <p:spPr/>
        <p:txBody>
          <a:bodyPr/>
          <a:p>
            <a:r>
              <a:rPr lang="zh-TW"/>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10" name="PlaceHolder 2"/>
          <p:cNvSpPr>
            <a:spLocks noGrp="1"/>
          </p:cNvSpPr>
          <p:nvPr>
            <p:ph/>
          </p:nvPr>
        </p:nvSpPr>
        <p:spPr>
          <a:xfrm>
            <a:off x="873000" y="2282040"/>
            <a:ext cx="7669080" cy="56563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11" name="PlaceHolder 3"/>
          <p:cNvSpPr>
            <a:spLocks noGrp="1"/>
          </p:cNvSpPr>
          <p:nvPr>
            <p:ph/>
          </p:nvPr>
        </p:nvSpPr>
        <p:spPr>
          <a:xfrm>
            <a:off x="8925840" y="2282040"/>
            <a:ext cx="7669080" cy="56563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D250CEA9-BA9F-49A9-90BF-60F4F40EC201}" type="slidenum">
              <a:t>&lt;#&gt;</a:t>
            </a:fld>
          </a:p>
        </p:txBody>
      </p:sp>
      <p:sp>
        <p:nvSpPr>
          <p:cNvPr id="7" name="PlaceHolder 6"/>
          <p:cNvSpPr>
            <a:spLocks noGrp="1"/>
          </p:cNvSpPr>
          <p:nvPr>
            <p:ph type="dt" idx="1"/>
          </p:nvPr>
        </p:nvSpPr>
        <p:spPr/>
        <p:txBody>
          <a:bodyPr/>
          <a:p>
            <a:r>
              <a:rPr lang="zh-TW"/>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A16F36C6-8BF0-4DDB-AA36-4D76707005C8}" type="slidenum">
              <a:t>&lt;#&gt;</a:t>
            </a:fld>
          </a:p>
        </p:txBody>
      </p:sp>
      <p:sp>
        <p:nvSpPr>
          <p:cNvPr id="5" name="PlaceHolder 4"/>
          <p:cNvSpPr>
            <a:spLocks noGrp="1"/>
          </p:cNvSpPr>
          <p:nvPr>
            <p:ph type="dt" idx="1"/>
          </p:nvPr>
        </p:nvSpPr>
        <p:spPr/>
        <p:txBody>
          <a:bodyPr/>
          <a:p>
            <a:r>
              <a:rPr lang="zh-TW"/>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873000" y="389160"/>
            <a:ext cx="15715800" cy="754920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7795292C-300C-4A35-AC4B-40CB4616E762}" type="slidenum">
              <a:t>&lt;#&gt;</a:t>
            </a:fld>
          </a:p>
        </p:txBody>
      </p:sp>
      <p:sp>
        <p:nvSpPr>
          <p:cNvPr id="5" name="PlaceHolder 4"/>
          <p:cNvSpPr>
            <a:spLocks noGrp="1"/>
          </p:cNvSpPr>
          <p:nvPr>
            <p:ph type="dt" idx="1"/>
          </p:nvPr>
        </p:nvSpPr>
        <p:spPr/>
        <p:txBody>
          <a:bodyPr/>
          <a:p>
            <a:r>
              <a:rPr lang="zh-TW"/>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15" name="PlaceHolder 2"/>
          <p:cNvSpPr>
            <a:spLocks noGrp="1"/>
          </p:cNvSpPr>
          <p:nvPr>
            <p:ph/>
          </p:nvPr>
        </p:nvSpPr>
        <p:spPr>
          <a:xfrm>
            <a:off x="873000" y="228204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16" name="PlaceHolder 3"/>
          <p:cNvSpPr>
            <a:spLocks noGrp="1"/>
          </p:cNvSpPr>
          <p:nvPr>
            <p:ph/>
          </p:nvPr>
        </p:nvSpPr>
        <p:spPr>
          <a:xfrm>
            <a:off x="8925840" y="2282040"/>
            <a:ext cx="7669080" cy="56563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17" name="PlaceHolder 4"/>
          <p:cNvSpPr>
            <a:spLocks noGrp="1"/>
          </p:cNvSpPr>
          <p:nvPr>
            <p:ph/>
          </p:nvPr>
        </p:nvSpPr>
        <p:spPr>
          <a:xfrm>
            <a:off x="873000" y="523656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0C93EA24-B6F3-4F43-8156-1BE23BC0086F}" type="slidenum">
              <a:t>&lt;#&gt;</a:t>
            </a:fld>
          </a:p>
        </p:txBody>
      </p:sp>
      <p:sp>
        <p:nvSpPr>
          <p:cNvPr id="8" name="PlaceHolder 7"/>
          <p:cNvSpPr>
            <a:spLocks noGrp="1"/>
          </p:cNvSpPr>
          <p:nvPr>
            <p:ph type="dt" idx="1"/>
          </p:nvPr>
        </p:nvSpPr>
        <p:spPr/>
        <p:txBody>
          <a:bodyPr/>
          <a:p>
            <a:r>
              <a:rPr lang="zh-TW"/>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19" name="PlaceHolder 2"/>
          <p:cNvSpPr>
            <a:spLocks noGrp="1"/>
          </p:cNvSpPr>
          <p:nvPr>
            <p:ph/>
          </p:nvPr>
        </p:nvSpPr>
        <p:spPr>
          <a:xfrm>
            <a:off x="873000" y="2282040"/>
            <a:ext cx="7669080" cy="56563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0" name="PlaceHolder 3"/>
          <p:cNvSpPr>
            <a:spLocks noGrp="1"/>
          </p:cNvSpPr>
          <p:nvPr>
            <p:ph/>
          </p:nvPr>
        </p:nvSpPr>
        <p:spPr>
          <a:xfrm>
            <a:off x="8925840" y="228204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1" name="PlaceHolder 4"/>
          <p:cNvSpPr>
            <a:spLocks noGrp="1"/>
          </p:cNvSpPr>
          <p:nvPr>
            <p:ph/>
          </p:nvPr>
        </p:nvSpPr>
        <p:spPr>
          <a:xfrm>
            <a:off x="8925840" y="523656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EC28F39A-C276-49E5-8B75-2FC420B46D3A}" type="slidenum">
              <a:t>&lt;#&gt;</a:t>
            </a:fld>
          </a:p>
        </p:txBody>
      </p:sp>
      <p:sp>
        <p:nvSpPr>
          <p:cNvPr id="8" name="PlaceHolder 7"/>
          <p:cNvSpPr>
            <a:spLocks noGrp="1"/>
          </p:cNvSpPr>
          <p:nvPr>
            <p:ph type="dt" idx="1"/>
          </p:nvPr>
        </p:nvSpPr>
        <p:spPr/>
        <p:txBody>
          <a:bodyPr/>
          <a:p>
            <a:r>
              <a:rPr lang="zh-TW"/>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23" name="PlaceHolder 2"/>
          <p:cNvSpPr>
            <a:spLocks noGrp="1"/>
          </p:cNvSpPr>
          <p:nvPr>
            <p:ph/>
          </p:nvPr>
        </p:nvSpPr>
        <p:spPr>
          <a:xfrm>
            <a:off x="873000" y="228204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4" name="PlaceHolder 3"/>
          <p:cNvSpPr>
            <a:spLocks noGrp="1"/>
          </p:cNvSpPr>
          <p:nvPr>
            <p:ph/>
          </p:nvPr>
        </p:nvSpPr>
        <p:spPr>
          <a:xfrm>
            <a:off x="8925840" y="228204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5" name="PlaceHolder 4"/>
          <p:cNvSpPr>
            <a:spLocks noGrp="1"/>
          </p:cNvSpPr>
          <p:nvPr>
            <p:ph/>
          </p:nvPr>
        </p:nvSpPr>
        <p:spPr>
          <a:xfrm>
            <a:off x="873000" y="5236560"/>
            <a:ext cx="1571580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92D29A6D-0F9E-4B81-8047-EC295AA51FDD}" type="slidenum">
              <a:t>&lt;#&gt;</a:t>
            </a:fld>
          </a:p>
        </p:txBody>
      </p:sp>
      <p:sp>
        <p:nvSpPr>
          <p:cNvPr id="8" name="PlaceHolder 7"/>
          <p:cNvSpPr>
            <a:spLocks noGrp="1"/>
          </p:cNvSpPr>
          <p:nvPr>
            <p:ph type="dt" idx="1"/>
          </p:nvPr>
        </p:nvSpPr>
        <p:spPr/>
        <p:txBody>
          <a:bodyPr/>
          <a:p>
            <a:r>
              <a:rPr lang="zh-TW"/>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27" name="PlaceHolder 2"/>
          <p:cNvSpPr>
            <a:spLocks noGrp="1"/>
          </p:cNvSpPr>
          <p:nvPr>
            <p:ph/>
          </p:nvPr>
        </p:nvSpPr>
        <p:spPr>
          <a:xfrm>
            <a:off x="873000" y="2282040"/>
            <a:ext cx="1571580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8" name="PlaceHolder 3"/>
          <p:cNvSpPr>
            <a:spLocks noGrp="1"/>
          </p:cNvSpPr>
          <p:nvPr>
            <p:ph/>
          </p:nvPr>
        </p:nvSpPr>
        <p:spPr>
          <a:xfrm>
            <a:off x="873000" y="5236560"/>
            <a:ext cx="1571580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DC2F925D-5085-41F5-B30D-2AB83CD0EE9C}" type="slidenum">
              <a:t>&lt;#&gt;</a:t>
            </a:fld>
          </a:p>
        </p:txBody>
      </p:sp>
      <p:sp>
        <p:nvSpPr>
          <p:cNvPr id="7" name="PlaceHolder 6"/>
          <p:cNvSpPr>
            <a:spLocks noGrp="1"/>
          </p:cNvSpPr>
          <p:nvPr>
            <p:ph type="dt" idx="1"/>
          </p:nvPr>
        </p:nvSpPr>
        <p:spPr/>
        <p:txBody>
          <a:bodyPr/>
          <a:p>
            <a:r>
              <a:rPr lang="zh-TW"/>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30" name="PlaceHolder 2"/>
          <p:cNvSpPr>
            <a:spLocks noGrp="1"/>
          </p:cNvSpPr>
          <p:nvPr>
            <p:ph/>
          </p:nvPr>
        </p:nvSpPr>
        <p:spPr>
          <a:xfrm>
            <a:off x="873000" y="228204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1" name="PlaceHolder 3"/>
          <p:cNvSpPr>
            <a:spLocks noGrp="1"/>
          </p:cNvSpPr>
          <p:nvPr>
            <p:ph/>
          </p:nvPr>
        </p:nvSpPr>
        <p:spPr>
          <a:xfrm>
            <a:off x="8925840" y="228204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2" name="PlaceHolder 4"/>
          <p:cNvSpPr>
            <a:spLocks noGrp="1"/>
          </p:cNvSpPr>
          <p:nvPr>
            <p:ph/>
          </p:nvPr>
        </p:nvSpPr>
        <p:spPr>
          <a:xfrm>
            <a:off x="873000" y="523656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3" name="PlaceHolder 5"/>
          <p:cNvSpPr>
            <a:spLocks noGrp="1"/>
          </p:cNvSpPr>
          <p:nvPr>
            <p:ph/>
          </p:nvPr>
        </p:nvSpPr>
        <p:spPr>
          <a:xfrm>
            <a:off x="8925840" y="5236560"/>
            <a:ext cx="766908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CDEB43C2-143C-4EA3-BA59-2F16CB6C0298}" type="slidenum">
              <a:t>&lt;#&gt;</a:t>
            </a:fld>
          </a:p>
        </p:txBody>
      </p:sp>
      <p:sp>
        <p:nvSpPr>
          <p:cNvPr id="9" name="PlaceHolder 8"/>
          <p:cNvSpPr>
            <a:spLocks noGrp="1"/>
          </p:cNvSpPr>
          <p:nvPr>
            <p:ph type="dt" idx="1"/>
          </p:nvPr>
        </p:nvSpPr>
        <p:spPr/>
        <p:txBody>
          <a:bodyPr/>
          <a:p>
            <a:r>
              <a:rPr lang="zh-TW"/>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35" name="PlaceHolder 2"/>
          <p:cNvSpPr>
            <a:spLocks noGrp="1"/>
          </p:cNvSpPr>
          <p:nvPr>
            <p:ph/>
          </p:nvPr>
        </p:nvSpPr>
        <p:spPr>
          <a:xfrm>
            <a:off x="873000" y="2282040"/>
            <a:ext cx="506016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6" name="PlaceHolder 3"/>
          <p:cNvSpPr>
            <a:spLocks noGrp="1"/>
          </p:cNvSpPr>
          <p:nvPr>
            <p:ph/>
          </p:nvPr>
        </p:nvSpPr>
        <p:spPr>
          <a:xfrm>
            <a:off x="6186600" y="2282040"/>
            <a:ext cx="506016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7" name="PlaceHolder 4"/>
          <p:cNvSpPr>
            <a:spLocks noGrp="1"/>
          </p:cNvSpPr>
          <p:nvPr>
            <p:ph/>
          </p:nvPr>
        </p:nvSpPr>
        <p:spPr>
          <a:xfrm>
            <a:off x="11500200" y="2282040"/>
            <a:ext cx="506016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8" name="PlaceHolder 5"/>
          <p:cNvSpPr>
            <a:spLocks noGrp="1"/>
          </p:cNvSpPr>
          <p:nvPr>
            <p:ph/>
          </p:nvPr>
        </p:nvSpPr>
        <p:spPr>
          <a:xfrm>
            <a:off x="873000" y="5236560"/>
            <a:ext cx="506016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9" name="PlaceHolder 6"/>
          <p:cNvSpPr>
            <a:spLocks noGrp="1"/>
          </p:cNvSpPr>
          <p:nvPr>
            <p:ph/>
          </p:nvPr>
        </p:nvSpPr>
        <p:spPr>
          <a:xfrm>
            <a:off x="6186600" y="5236560"/>
            <a:ext cx="506016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40" name="PlaceHolder 7"/>
          <p:cNvSpPr>
            <a:spLocks noGrp="1"/>
          </p:cNvSpPr>
          <p:nvPr>
            <p:ph/>
          </p:nvPr>
        </p:nvSpPr>
        <p:spPr>
          <a:xfrm>
            <a:off x="11500200" y="5236560"/>
            <a:ext cx="5060160" cy="2697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4B97DB23-F617-4625-82B6-DA4301DC3D37}" type="slidenum">
              <a:t>&lt;#&gt;</a:t>
            </a:fld>
          </a:p>
        </p:txBody>
      </p:sp>
      <p:sp>
        <p:nvSpPr>
          <p:cNvPr id="11" name="PlaceHolder 10"/>
          <p:cNvSpPr>
            <a:spLocks noGrp="1"/>
          </p:cNvSpPr>
          <p:nvPr>
            <p:ph type="dt" idx="1"/>
          </p:nvPr>
        </p:nvSpPr>
        <p:spPr/>
        <p:txBody>
          <a:bodyPr/>
          <a:p>
            <a:r>
              <a:rPr lang="zh-TW"/>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dt" idx="1"/>
          </p:nvPr>
        </p:nvSpPr>
        <p:spPr>
          <a:xfrm>
            <a:off x="457200" y="6356520"/>
            <a:ext cx="2133360" cy="364680"/>
          </a:xfrm>
          <a:prstGeom prst="rect">
            <a:avLst/>
          </a:prstGeom>
          <a:noFill/>
          <a:ln w="0">
            <a:noFill/>
          </a:ln>
        </p:spPr>
        <p:txBody>
          <a:bodyPr anchor="ctr">
            <a:noAutofit/>
          </a:bodyPr>
          <a:lstStyle>
            <a:lvl1pPr indent="0">
              <a:lnSpc>
                <a:spcPct val="100000"/>
              </a:lnSpc>
              <a:buNone/>
              <a:defRPr b="0" lang="en-US" sz="1200" spc="-1" strike="noStrike">
                <a:solidFill>
                  <a:srgbClr val="8b8b8b"/>
                </a:solidFill>
                <a:latin typeface="Calibri"/>
              </a:defRPr>
            </a:lvl1pPr>
          </a:lstStyle>
          <a:p>
            <a:pPr indent="0">
              <a:lnSpc>
                <a:spcPct val="100000"/>
              </a:lnSpc>
              <a:buNone/>
            </a:pPr>
            <a:r>
              <a:rPr b="0" lang="en-US" sz="1200" spc="-1" strike="noStrike">
                <a:solidFill>
                  <a:srgbClr val="8b8b8b"/>
                </a:solidFill>
                <a:latin typeface="Calibri"/>
              </a:rPr>
              <a:t> </a:t>
            </a:r>
            <a:endParaRPr b="0" lang="en-US" sz="1200" spc="-1" strike="noStrike">
              <a:solidFill>
                <a:srgbClr val="000000"/>
              </a:solidFill>
              <a:latin typeface="Times New Roman"/>
            </a:endParaRPr>
          </a:p>
        </p:txBody>
      </p:sp>
      <p:sp>
        <p:nvSpPr>
          <p:cNvPr id="1" name="PlaceHolder 2"/>
          <p:cNvSpPr>
            <a:spLocks noGrp="1"/>
          </p:cNvSpPr>
          <p:nvPr>
            <p:ph type="ftr" idx="2"/>
          </p:nvPr>
        </p:nvSpPr>
        <p:spPr>
          <a:xfrm>
            <a:off x="3124080" y="6356520"/>
            <a:ext cx="2895120" cy="364680"/>
          </a:xfrm>
          <a:prstGeom prst="rect">
            <a:avLst/>
          </a:prstGeom>
          <a:noFill/>
          <a:ln w="0">
            <a:noFill/>
          </a:ln>
        </p:spPr>
        <p:txBody>
          <a:bodyPr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2" name="PlaceHolder 3"/>
          <p:cNvSpPr>
            <a:spLocks noGrp="1"/>
          </p:cNvSpPr>
          <p:nvPr>
            <p:ph type="sldNum" idx="3"/>
          </p:nvPr>
        </p:nvSpPr>
        <p:spPr>
          <a:xfrm>
            <a:off x="6553080" y="6356520"/>
            <a:ext cx="2133360" cy="364680"/>
          </a:xfrm>
          <a:prstGeom prst="rect">
            <a:avLst/>
          </a:prstGeom>
          <a:noFill/>
          <a:ln w="0">
            <a:noFill/>
          </a:ln>
        </p:spPr>
        <p:txBody>
          <a:bodyPr anchor="ctr">
            <a:noAutofit/>
          </a:bodyPr>
          <a:lstStyle>
            <a:lvl1pPr indent="0" algn="r">
              <a:lnSpc>
                <a:spcPct val="100000"/>
              </a:lnSpc>
              <a:buNone/>
              <a:defRPr b="0" lang="en-US" sz="1200" spc="-1" strike="noStrike">
                <a:solidFill>
                  <a:srgbClr val="8b8b8b"/>
                </a:solidFill>
                <a:latin typeface="Calibri"/>
              </a:defRPr>
            </a:lvl1pPr>
          </a:lstStyle>
          <a:p>
            <a:pPr indent="0" algn="r">
              <a:lnSpc>
                <a:spcPct val="100000"/>
              </a:lnSpc>
              <a:buNone/>
            </a:pPr>
            <a:fld id="{AFA0A531-9E4B-42EF-8331-773D63C34B53}" type="slidenum">
              <a:rPr b="0" lang="en-US" sz="1200" spc="-1" strike="noStrike">
                <a:solidFill>
                  <a:srgbClr val="8b8b8b"/>
                </a:solidFill>
                <a:latin typeface="Calibri"/>
              </a:rPr>
              <a:t>3</a:t>
            </a:fld>
            <a:endParaRPr b="0" lang="en-US" sz="1200" spc="-1" strike="noStrike">
              <a:solidFill>
                <a:srgbClr val="000000"/>
              </a:solidFill>
              <a:latin typeface="Times New Roman"/>
            </a:endParaRPr>
          </a:p>
        </p:txBody>
      </p:sp>
      <p:sp>
        <p:nvSpPr>
          <p:cNvPr id="3" name="PlaceHolder 4"/>
          <p:cNvSpPr>
            <a:spLocks noGrp="1"/>
          </p:cNvSpPr>
          <p:nvPr>
            <p:ph type="title"/>
          </p:nvPr>
        </p:nvSpPr>
        <p:spPr>
          <a:xfrm>
            <a:off x="873000" y="389160"/>
            <a:ext cx="15715800" cy="1628280"/>
          </a:xfrm>
          <a:prstGeom prst="rect">
            <a:avLst/>
          </a:prstGeom>
          <a:noFill/>
          <a:ln w="0">
            <a:noFill/>
          </a:ln>
        </p:spPr>
        <p:txBody>
          <a:bodyPr lIns="0" rIns="0" tIns="0" bIns="0" anchor="ctr">
            <a:noAutofit/>
          </a:bodyPr>
          <a:p>
            <a:pPr indent="0">
              <a:buNone/>
            </a:pPr>
            <a:r>
              <a:rPr b="0" lang="zh-TW" sz="1800" spc="-1" strike="noStrike">
                <a:solidFill>
                  <a:srgbClr val="000000"/>
                </a:solidFill>
                <a:latin typeface="Calibri"/>
              </a:rPr>
              <a:t>請按這裡編輯題名文字格式</a:t>
            </a:r>
            <a:endParaRPr b="0" lang="en-US" sz="1800" spc="-1" strike="noStrike">
              <a:solidFill>
                <a:srgbClr val="000000"/>
              </a:solidFill>
              <a:latin typeface="Calibri"/>
            </a:endParaRPr>
          </a:p>
        </p:txBody>
      </p:sp>
      <p:sp>
        <p:nvSpPr>
          <p:cNvPr id="4" name="PlaceHolder 5"/>
          <p:cNvSpPr>
            <a:spLocks noGrp="1"/>
          </p:cNvSpPr>
          <p:nvPr>
            <p:ph type="body"/>
          </p:nvPr>
        </p:nvSpPr>
        <p:spPr>
          <a:xfrm>
            <a:off x="873000" y="2282040"/>
            <a:ext cx="15715800" cy="56563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zh-TW" sz="3200" spc="-1" strike="noStrike">
                <a:solidFill>
                  <a:srgbClr val="000000"/>
                </a:solidFill>
                <a:latin typeface="Calibri"/>
              </a:rPr>
              <a:t>請按這裡編輯大綱文字格式</a:t>
            </a:r>
            <a:endParaRPr b="0" lang="en-US"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zh-TW" sz="2400" spc="-1" strike="noStrike">
                <a:solidFill>
                  <a:srgbClr val="000000"/>
                </a:solidFill>
                <a:latin typeface="Calibri"/>
              </a:rPr>
              <a:t>第二個大綱層次</a:t>
            </a:r>
            <a:endParaRPr b="0" lang="en-US"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zh-TW" sz="2000" spc="-1" strike="noStrike">
                <a:solidFill>
                  <a:srgbClr val="000000"/>
                </a:solidFill>
                <a:latin typeface="Calibri"/>
              </a:rPr>
              <a:t>第三個大綱層次</a:t>
            </a:r>
            <a:endParaRPr b="0" lang="en-US"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zh-TW" sz="2000" spc="-1" strike="noStrike">
                <a:solidFill>
                  <a:srgbClr val="000000"/>
                </a:solidFill>
                <a:latin typeface="Calibri"/>
              </a:rPr>
              <a:t>第四個大綱層次</a:t>
            </a:r>
            <a:endParaRPr b="0" lang="en-US"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zh-TW" sz="2000" spc="-1" strike="noStrike">
                <a:solidFill>
                  <a:srgbClr val="000000"/>
                </a:solidFill>
                <a:latin typeface="Calibri"/>
              </a:rPr>
              <a:t>第五個大綱層次</a:t>
            </a:r>
            <a:endParaRPr b="0" lang="en-US"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zh-TW" sz="2000" spc="-1" strike="noStrike">
                <a:solidFill>
                  <a:srgbClr val="000000"/>
                </a:solidFill>
                <a:latin typeface="Calibri"/>
              </a:rPr>
              <a:t>第六個大綱層次</a:t>
            </a:r>
            <a:endParaRPr b="0" lang="en-US"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zh-TW" sz="2000" spc="-1" strike="noStrike">
                <a:solidFill>
                  <a:srgbClr val="000000"/>
                </a:solidFill>
                <a:latin typeface="Calibri"/>
              </a:rPr>
              <a:t>第七個大綱層次</a:t>
            </a:r>
            <a:endParaRPr b="0" lang="en-US"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Freeform 2"/>
          <p:cNvSpPr/>
          <p:nvPr/>
        </p:nvSpPr>
        <p:spPr>
          <a:xfrm>
            <a:off x="0" y="0"/>
            <a:ext cx="17474760" cy="9753120"/>
          </a:xfrm>
          <a:custGeom>
            <a:avLst/>
            <a:gdLst>
              <a:gd name="textAreaLeft" fmla="*/ 0 w 17474760"/>
              <a:gd name="textAreaRight" fmla="*/ 17475120 w 17474760"/>
              <a:gd name="textAreaTop" fmla="*/ 0 h 9753120"/>
              <a:gd name="textAreaBottom" fmla="*/ 9753480 h 9753120"/>
            </a:gdLst>
            <a:ahLst/>
            <a:rect l="textAreaLeft" t="textAreaTop" r="textAreaRight" b="textAreaBottom"/>
            <a:pathLst>
              <a:path w="17475203" h="9753600">
                <a:moveTo>
                  <a:pt x="0" y="0"/>
                </a:moveTo>
                <a:lnTo>
                  <a:pt x="17475203" y="0"/>
                </a:lnTo>
                <a:lnTo>
                  <a:pt x="17475203" y="9753600"/>
                </a:lnTo>
                <a:lnTo>
                  <a:pt x="0" y="97536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10</TotalTime>
  <Application>LibreOffice/7.5.8.2$Windows_X86_64 LibreOffice_project/f718d63693263970429a68f568db6046aaa9df01</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DAG-2LT5lXc</dc:identifier>
  <dc:language>zh-TW</dc:language>
  <cp:lastModifiedBy/>
  <dcterms:modified xsi:type="dcterms:W3CDTF">2026-03-24T16:24:11Z</dcterms:modified>
  <cp:revision>4</cp:revision>
  <dc:subject/>
  <dc:title>用SRAF賦能次世代情報分析_SRAF_Next_Generation_Intelligence.pdf</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