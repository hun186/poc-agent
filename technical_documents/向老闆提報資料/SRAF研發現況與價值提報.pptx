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10.png" ContentType="image/png"/>
  <Override PartName="/ppt/media/image5.png" ContentType="image/png"/>
  <Override PartName="/ppt/media/image11.png" ContentType="image/png"/>
  <Override PartName="/ppt/media/image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14.png" ContentType="image/png"/>
  <Override PartName="/ppt/media/image15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BDE469-12AE-40FF-AF6E-C36BD467EF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462737-94AE-49D1-8946-1BEE3601F6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B5A658-2B32-45A8-AE63-78FC75EEDA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830916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CE614B-83EE-4DBF-AABC-E82CD96551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C01887-26D4-4FD7-9B4B-19ADBA3B2F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12520" y="364680"/>
            <a:ext cx="14630040" cy="70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BC9170-9E6E-4855-A435-8D24DCD209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713916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830916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12520" y="4909680"/>
            <a:ext cx="713916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77CD9A-6B36-46B2-852F-965CB913F3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8309160" y="2139480"/>
            <a:ext cx="713916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8309160" y="4909680"/>
            <a:ext cx="713916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6873E9-BD54-4834-B105-EFDB00FFC0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713916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8309160" y="2139480"/>
            <a:ext cx="713916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12520" y="4909680"/>
            <a:ext cx="1463004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253B5C-8028-472F-A78C-CFE61B29DD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1463004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12520" y="4909680"/>
            <a:ext cx="1463004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42761D-CBC9-4317-9C3C-EB9C90E04C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713916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8309160" y="2139480"/>
            <a:ext cx="713916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12520" y="4909680"/>
            <a:ext cx="713916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8309160" y="4909680"/>
            <a:ext cx="713916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D9A5AF-071B-4F00-B670-C4381B42F4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471060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758920" y="2139480"/>
            <a:ext cx="471060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0705680" y="2139480"/>
            <a:ext cx="471060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12520" y="4909680"/>
            <a:ext cx="471060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758920" y="4909680"/>
            <a:ext cx="471060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0705680" y="4909680"/>
            <a:ext cx="4710600" cy="25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26D09E-34B2-4E7B-A667-06791D74CE6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&lt;日期/時間&gt;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4C9052-AA3E-4881-BD59-5D89B2513B4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&lt;編號&gt;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TW" sz="1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3200" spc="-1" strike="noStrike">
                <a:solidFill>
                  <a:srgbClr val="000000"/>
                </a:solidFill>
                <a:latin typeface="Calibri"/>
              </a:rPr>
              <a:t>請按這裡編輯大綱文字格式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2400" spc="-1" strike="noStrike">
                <a:solidFill>
                  <a:srgbClr val="000000"/>
                </a:solidFill>
                <a:latin typeface="Calibri"/>
              </a:rPr>
              <a:t>第二個大綱層次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Calibri"/>
              </a:rPr>
              <a:t>第三個大綱層次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2000" spc="-1" strike="noStrike">
                <a:solidFill>
                  <a:srgbClr val="000000"/>
                </a:solidFill>
                <a:latin typeface="Calibri"/>
              </a:rPr>
              <a:t>第四個大綱層次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Calibri"/>
              </a:rPr>
              <a:t>第五個大綱層次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Calibri"/>
              </a:rPr>
              <a:t>第六個大綱層次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Calibri"/>
              </a:rPr>
              <a:t>第七個大綱層次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LibreOffice/7.5.8.2$Windows_X86_64 LibreOffice_project/f718d63693263970429a68f568db6046aaa9df01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zh-TW</dc:language>
  <cp:lastModifiedBy/>
  <dcterms:modified xsi:type="dcterms:W3CDTF">2026-04-09T15:23:43Z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